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0">
                <a:solidFill>
                  <a:srgbClr val="FFD700"/>
                </a:solidFill>
                <a:latin typeface="Arial"/>
              </a:defRPr>
            </a:pPr>
            <a:r>
              <a:t>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愛打 MVP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Arial"/>
              </a:defRPr>
            </a:pPr>
            <a:r>
              <a:t>開發完成報告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54864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00"/>
                </a:solidFill>
                <a:latin typeface="Arial"/>
              </a:defRPr>
            </a:pPr>
            <a:r>
              <a:t>~45 分鐘 · 43 檔案 · 9 大功能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Arial"/>
              </a:defRPr>
            </a:pPr>
            <a:r>
              <a:t>閃電 × 快閃軟件客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99999"/>
                </a:solidFill>
                <a:latin typeface="Arial"/>
              </a:defRPr>
            </a:pPr>
            <a: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開發時間記錄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470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47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Project setup +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47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~8m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3172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500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50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Auth (JWT + bcrypt)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50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~7m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83464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8529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8529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Backend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52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~5m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33756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3558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55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Splash animation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355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~5m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84048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8587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858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Home page + nav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58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~8m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34340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3616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3616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Game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361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~5m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84632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8646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864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Audio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~3m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349240"/>
            <a:ext cx="365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3675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3675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Integration + polish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3675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~4m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Arial"/>
              </a:defRPr>
            </a:pPr>
            <a:r>
              <a:t>總開發時間：~45 分鐘（一次性 build，含測試與 push）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功能完成清單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1. 用戶登記及登入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JWT + bcrypt 7日token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2. Splash 動畫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~12s 5場景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3. 主頁 Icon 導航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5 大 icon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4. 打小人遊戲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拍打+口訣+beats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0175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0175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5. 愛的抱抱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同一引擎換 theme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0175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0175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6. 紙人命名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打/抱前輸入稱呼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891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3891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7. 音樂系統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Web Audio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43891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59" y="43891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39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8. 8 款預設紙人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39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JSON config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3891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3891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9. 工具系統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4打+3抱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7607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7607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10. DB migration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Alembic ready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80559" y="57607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80559" y="57607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39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11. PWA manifest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39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可安裝桌面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5760720"/>
            <a:ext cx="3291840" cy="10972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57607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✅ 12. Deploy 準備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Render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 MVP v1 開發完成！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Arial"/>
              </a:defRPr>
            </a:pPr>
            <a:r>
              <a:t>~45 分鐘 · 43 檔案 · 9 大功能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27432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Arial"/>
              </a:defRPr>
            </a:pPr>
            <a:r>
              <a:t>下一步：部署上 Render？睇 code？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