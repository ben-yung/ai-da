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0">
                <a:solidFill>
                  <a:srgbClr val="FFD700"/>
                </a:solidFill>
                <a:latin typeface="Arial"/>
              </a:defRPr>
            </a:pPr>
            <a:r>
              <a:t>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愛打 MVP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Arial"/>
              </a:defRPr>
            </a:pPr>
            <a:r>
              <a:t>執行流程文件 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5486400" cy="2540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Arial"/>
              </a:defRPr>
            </a:pPr>
            <a:r>
              <a:t>打者愛也  閃電 × 快閃軟件客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Arial"/>
              </a:defRPr>
            </a:pPr>
            <a:r>
              <a:t>MVP v1 更新版 (含口訣+音樂+抱抱)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99999"/>
                </a:solidFill>
                <a:latin typeface="Arial"/>
              </a:defRPr>
            </a:pPr>
            <a:r>
              <a:t>2026-04-29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v2 更新內容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第二輪討論後嘅 7 項變更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口訣系統 — 打小人用傳統口訣，抱抱用自創祝福口訣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154679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3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39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Splash 動畫延長至 ~12 秒，配合口訣節奏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749039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947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475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日後支援用戶自創口訣 + 多語言（英文、泰文）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343400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愛的祝福 → 愛的抱抱，改為遊戲模式，善意道具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937760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83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抱抱也需口訣 + 時限 + 計分 + 成功/失敗結果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32120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577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愛的祝福保留 Phase 2（社交互動，非遊戲）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6126480"/>
            <a:ext cx="457200" cy="4572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6172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音樂系統 — Web Audio API，打重音/抱柔和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兩大遊戲模組對比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發洩、驅霉運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送祝福、正能量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口訣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傳統廣東話咒罵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⚡自創祝福口訣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拖鞋·棍棒·老虎鉗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羽毛·唇印·玫瑰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擊中效果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火光·碎裂 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心心·花瓣 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音樂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重低音 beats 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柔和鈴聲/鋼琴 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時限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17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30 秒限時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30 秒限時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成功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紙人碎裂+彩帶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紙人發光+大心心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失敗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806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66"/>
                </a:solidFill>
                <a:latin typeface="Arial"/>
              </a:defRPr>
            </a:pPr>
            <a:r>
              <a:t>紙人嘲笑+鬼臉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806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CC"/>
                </a:solidFill>
                <a:latin typeface="Arial"/>
              </a:defRPr>
            </a:pPr>
            <a:r>
              <a:t>紙人扁嘴+嬲嬲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Arial"/>
              </a:defRPr>
            </a:pPr>
            <a:r>
              <a:t>同一套 Canvas 遊戲引擎，換 theme 即係第二種玩法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口訣系統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  <a:latin typeface="Arial"/>
              </a:defRPr>
            </a:pPr>
            <a:r>
              <a:t> 打小人 — 傳統口訣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888"/>
                </a:solidFill>
                <a:latin typeface="Arial"/>
              </a:defRPr>
            </a:pPr>
            <a:r>
              <a:t>打你個小人頭，等你一世唔出頭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888"/>
                </a:solidFill>
                <a:latin typeface="Arial"/>
              </a:defRPr>
            </a:pPr>
            <a:r>
              <a:t>打你個小人手，等你一世冇朋友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888"/>
                </a:solidFill>
                <a:latin typeface="Arial"/>
              </a:defRPr>
            </a:pPr>
            <a:r>
              <a:t>打你個小人眼，等你一世冇人睇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888"/>
                </a:solidFill>
                <a:latin typeface="Arial"/>
              </a:defRPr>
            </a:pPr>
            <a:r>
              <a:t>打你個小人腳，等你一世冇鞋著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5029200" cy="32004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8CC"/>
                </a:solidFill>
                <a:latin typeface="Arial"/>
              </a:defRPr>
            </a:pPr>
            <a:r>
              <a:t> 愛的抱抱 — 自創祝福口訣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BDD"/>
                </a:solidFill>
                <a:latin typeface="Arial"/>
              </a:defRPr>
            </a:pPr>
            <a:r>
              <a:t>錫錫你個頭，煩惱全部走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Arial"/>
              </a:defRPr>
            </a:pPr>
            <a:r>
              <a:t>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BDD"/>
                </a:solidFill>
                <a:latin typeface="Arial"/>
              </a:defRPr>
            </a:pPr>
            <a:r>
              <a:t>錫錫你對手，好運跟你走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Arial"/>
              </a:defRPr>
            </a:pPr>
            <a:r>
              <a:t>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BDD"/>
                </a:solidFill>
                <a:latin typeface="Arial"/>
              </a:defRPr>
            </a:pPr>
            <a:r>
              <a:t>錫錫你一雙眼，日日都燦爛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Arial"/>
              </a:defRPr>
            </a:pPr>
            <a:r>
              <a:t>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BDD"/>
                </a:solidFill>
                <a:latin typeface="Arial"/>
              </a:defRPr>
            </a:pPr>
            <a:r>
              <a:t>錫錫你一對腳，路路都快樂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Arial"/>
              </a:defRPr>
            </a:pPr>
            <a:r>
              <a:t>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515600" cy="13716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日後擴充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MVP: 兩種系統預設口訣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Phase 2: 用戶自創 + 多語言（英文·泰文）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玩家可自由選取口訣庫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音樂系統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 打小人 — 重低音 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遊戲開始 → beats 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每句口訣對應一個重拍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OscillatorNode 低頻生成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擊中 + 拍聲同步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失敗音效：低沉的 buzz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8CC"/>
                </a:solidFill>
                <a:latin typeface="Arial"/>
              </a:defRPr>
            </a:pPr>
            <a:r>
              <a:t> 愛的抱抱 — 柔和 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遊戲開始 → 柔和 melody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每句口訣對應上行音階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OscillatorNode 高頻生成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擊中 + 心心跳聲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▸ 失敗音效：溫柔的 buzz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Arial"/>
              </a:defRPr>
            </a:pPr>
            <a:r>
              <a:t>Web Audio API · 零外部音檔 · Browser 原生生成 · 玩家設定可開關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Splash 動畫 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配合口訣 — 片長 ~12 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0-1.5s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⚡ 閃電劃過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26080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1.5-3s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「愛打」Logo浮現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154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520439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3-4s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紙人剪影飄入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114799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4-6s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口訣顯示·打小人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2句咒罵口訣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709160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6-8s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口訣顯示·抱抱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2句祝福口訣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303520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8-10s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打+抱動畫交替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⚡ vs 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897880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10-12s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Logo + 習俗簡介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→ fade out → 主頁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6492240"/>
            <a:ext cx="9601200" cy="12700"/>
          </a:xfrm>
          <a:prstGeom prst="rect">
            <a:avLst/>
          </a:prstGeom>
          <a:solidFill>
            <a:srgbClr val="3333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可跳過 · session內不重播 · Canvas JavaScript 實作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工具系統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 打小人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Arial"/>
              </a:defRPr>
            </a:pPr>
            <a:r>
              <a:t>拖鞋 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範圍小，速度快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Arial"/>
              </a:defRPr>
            </a:pPr>
            <a:r>
              <a:t>棍棒 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範圍中，威力中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Arial"/>
              </a:defRPr>
            </a:pPr>
            <a:r>
              <a:t>老虎鉗 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精準打擊，高暴擊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8CC"/>
                </a:solidFill>
                <a:latin typeface="Arial"/>
              </a:defRPr>
            </a:pPr>
            <a:r>
              <a:t> 愛的抱抱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BDD"/>
                </a:solidFill>
                <a:latin typeface="Arial"/>
              </a:defRPr>
            </a:pPr>
            <a:r>
              <a:t>羽毛 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輕柔飄落，小愛心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BDD"/>
                </a:solidFill>
                <a:latin typeface="Arial"/>
              </a:defRPr>
            </a:pPr>
            <a:r>
              <a:t>唇印 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紅色唇印 + 大心心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BDD"/>
                </a:solidFill>
                <a:latin typeface="Arial"/>
              </a:defRPr>
            </a:pPr>
            <a:r>
              <a:t>玫瑰 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花瓣紛飛，浪漫效果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同一套碰撞/計分邏輯，切換工具類別即可更換動畫 + 音效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資料庫 + 時程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 資料庫 MVP 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username, email, password_hash, created_at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game_sessions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user_id, mode, score, combo, tool,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blessings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user_id, message, paper_doll_id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name, icon, mode, power,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[ 紙人用 JSON config ]</a:t>
            </a:r>
            <a:br/>
            <a:r>
              <a:t>[ 音樂 Web Audio API ]</a:t>
            </a:r>
            <a:br/>
            <a:r>
              <a:t>[ Render Postgres 1GB 免費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 開發時程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1-2日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1-2日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Splash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主頁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打小人 game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4日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愛的抱抱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音樂系統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測試修正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43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Arial"/>
              </a:defRPr>
            </a:pPr>
            <a:r>
              <a:t>總計 ~14-17 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 準備開工 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打者愛也 — 口訣節奏 · 一打一抱 · 音樂同步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Arial"/>
              </a:defRPr>
            </a:pPr>
            <a:r>
              <a:t>快閃軟件客   閃電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Arial"/>
              </a:defRPr>
            </a:pPr>
            <a:r>
              <a:t>系統顧問兼執行者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文件 v2 · 14-17 日 MVP · 確認後開寫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