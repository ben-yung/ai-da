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0">
                <a:solidFill>
                  <a:srgbClr val="FFD700"/>
                </a:solidFill>
                <a:latin typeface="Arial"/>
              </a:defRPr>
            </a:pPr>
            <a:r>
              <a:t>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打小人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Arial"/>
              </a:defRPr>
            </a:pPr>
            <a:r>
              <a:t>社交娛樂平台 · 專案規劃書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54864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D700"/>
                </a:solidFill>
                <a:latin typeface="Arial"/>
              </a:defRPr>
            </a:pPr>
            <a:r>
              <a:t>⚡ 閃電 × 快閃軟件客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Arial"/>
              </a:defRPr>
            </a:pPr>
            <a:r>
              <a:t>將香港傳統習俗現代化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99999"/>
                </a:solidFill>
                <a:latin typeface="Arial"/>
              </a:defRPr>
            </a:pPr>
            <a: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👺 什麼是打小人？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香港非物質文化遺產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驚蟄（每年三月初五前後）為傳統打小人日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鵝頸橋橋底是最著名的打小人勝地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透過拍打紙人來驅散霉運、鎮壓小人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傳統流程：請神→稟告→打小人→化解→祈福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2009年被列為香港非物質文化遺產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現代已成為一種文化符號和情緒出口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我們的願景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🌟 把這項文化習俗帶到數位時代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🌟 讓全世界認識打小人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🌟 提供安全的發洩出口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🌟 加入「疼愛」——不只打，也祝福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🌟 以社交連結強化文化推廣</a:t>
            </a:r>
          </a:p>
          <a:p>
            <a:pPr>
              <a:spcAft>
                <a:spcPts val="4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🌟 做一個有靈魂的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📱 功能架構總覽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Arial"/>
              </a:defRPr>
            </a:pPr>
            <a:r>
              <a:t>🏠 用戶系統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註冊/登入 · 個人資料</a:t>
            </a:r>
            <a:br/>
            <a:r>
              <a:t>等級成就 · 好友系統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291840" cy="50800"/>
          </a:xfrm>
          <a:prstGeom prst="rect">
            <a:avLst/>
          </a:prstGeom>
          <a:solidFill>
            <a:srgbClr val="33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CC77"/>
                </a:solidFill>
                <a:latin typeface="Arial"/>
              </a:defRPr>
            </a:pPr>
            <a:r>
              <a:t>💬 社交功能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一對一聊天 · 群組</a:t>
            </a:r>
            <a:br/>
            <a:r>
              <a:t>動態牆 · 戰果分享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29184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🎮 打小人遊戲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單人打/疼愛 · 群組共打</a:t>
            </a:r>
            <a:br/>
            <a:r>
              <a:t>計分/成功率 · 排行榜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2918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Arial"/>
              </a:defRPr>
            </a:pPr>
            <a:r>
              <a:t>🖼️ 紙人系統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系統預設 · 用戶上傳</a:t>
            </a:r>
            <a:br/>
            <a:r>
              <a:t>漫畫化轉換 · 真人模式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291840" cy="508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Arial"/>
              </a:defRPr>
            </a:pPr>
            <a:r>
              <a:t>🛠️ 拍打工具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拖鞋·棍棒·老虎鉗</a:t>
            </a:r>
            <a:br/>
            <a:r>
              <a:t>香爐·限定活動工具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Arial"/>
              </a:defRPr>
            </a:pPr>
            <a:r>
              <a:t>📊 數據系統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成就徽章 · 用戶等級</a:t>
            </a:r>
            <a:br/>
            <a:r>
              <a:t>復盤記錄 · 連續登入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🎮 三大遊戲模式 + 額外推薦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635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😤 打 (發洩模式)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時限內拍打移動紙人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多種工具可選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連擊加成 + 暴擊率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成功→碎裂動畫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失敗→紙人反擊/嘲笑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不規則移動 + 難度設定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474720" cy="4114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3474720" cy="63500"/>
          </a:xfrm>
          <a:prstGeom prst="rect">
            <a:avLst/>
          </a:prstGeom>
          <a:solidFill>
            <a:srgbClr val="33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CC77"/>
                </a:solidFill>
                <a:latin typeface="Arial"/>
              </a:defRPr>
            </a:pPr>
            <a:r>
              <a:t>❤️ 疼愛 (正向模式)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603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安撫、餵食、祝福紙人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為朋友祈福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自我許願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正能量特效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送祝福給群組好友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創新亮點：有愛有打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20"/>
            <a:ext cx="3474720" cy="4114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645920"/>
            <a:ext cx="347472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Arial"/>
              </a:defRPr>
            </a:pPr>
            <a:r>
              <a:t>👥 社團共打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603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群組進入同一房間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同一紙人同步出現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輪流 or 同時連擊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即時總傷害顯示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群組戰績圖分享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✅ 技術可行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252960" y="1645920"/>
            <a:ext cx="3474720" cy="4114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252960" y="1645920"/>
            <a:ext cx="3474720" cy="635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2728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444"/>
                </a:solidFill>
                <a:latin typeface="Arial"/>
              </a:defRPr>
            </a:pPr>
            <a:r>
              <a:t>📜 儀式打 ⭐推薦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0" y="25603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完整還原傳統流程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請神→稟告→打→化解→祈福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每一步都有文化解說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教育+娛樂合一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真正推廣非遺文化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⚡ 閃電強烈建議加入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🖼️ 紙人系統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Arial"/>
              </a:defRPr>
            </a:pPr>
            <a:r>
              <a:t>系統預設紙人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傳統紙人系列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  - 節氣（驚蟄、立春等）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  - 生肖（鼠牛虎兔龍蛇...）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漫畫紙人系列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  - 趣味惡搞風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  - KUSO 經典角色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  - Meme 風格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節日限定系列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每週輪換更新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50800"/>
          </a:xfrm>
          <a:prstGeom prst="rect">
            <a:avLst/>
          </a:prstGeom>
          <a:solidFill>
            <a:srgbClr val="33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CC77"/>
                </a:solidFill>
                <a:latin typeface="Arial"/>
              </a:defRPr>
            </a:pPr>
            <a:r>
              <a:t>用戶上傳流程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① 選擇照片上傳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② 自動人臉偵測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③ 選擇呈現模式：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   📷 保留原圖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   🎨 漫畫化轉換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④ 儲存至個人紙人庫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⑤ 使用時自由切換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   真人/漫畫模式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918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Arial"/>
              </a:defRPr>
            </a:pPr>
            <a:r>
              <a:t>安全機制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自動 NSFW 檢測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人臉辨識把關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檢舉回報機制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建議：預設漫畫化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真人模式需審核</a:t>
            </a:r>
          </a:p>
          <a:p>
            <a:pPr>
              <a:spcAft>
                <a:spcPts val="400"/>
              </a:spcAft>
              <a:defRPr sz="1300">
                <a:solidFill>
                  <a:srgbClr val="E8E8E8"/>
                </a:solidFill>
                <a:latin typeface="Arial"/>
              </a:defRPr>
            </a:pPr>
            <a:r>
              <a:t>▸ 防止惡意使用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🛠️ 拍打工具 · 計分系統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1168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🥿 拖鞋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[基本]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範圍小</a:t>
            </a:r>
            <a:br/>
            <a:r>
              <a:t>速度中等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645920"/>
            <a:ext cx="201168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645920"/>
            <a:ext cx="201168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🏏 棍棒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[基本]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560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範圍中</a:t>
            </a:r>
            <a:br/>
            <a:r>
              <a:t>威力中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645920"/>
            <a:ext cx="201168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1645920"/>
            <a:ext cx="20116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Arial"/>
              </a:defRPr>
            </a:pPr>
            <a:r>
              <a:t>🦀 老虎鉗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[進階]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560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精準打擊</a:t>
            </a:r>
            <a:br/>
            <a:r>
              <a:t>高暴擊率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645920"/>
            <a:ext cx="201168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1645920"/>
            <a:ext cx="2011680" cy="508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444"/>
                </a:solidFill>
                <a:latin typeface="Arial"/>
              </a:defRPr>
            </a:pPr>
            <a:r>
              <a:t>🔥 香爐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[進階]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560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範圍大</a:t>
            </a:r>
            <a:br/>
            <a:r>
              <a:t>燃燒特效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645920"/>
            <a:ext cx="201168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0" y="1645920"/>
            <a:ext cx="20116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Arial"/>
              </a:defRPr>
            </a:pPr>
            <a:r>
              <a:t>🎆 限定版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[活動]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5603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節日限定</a:t>
            </a:r>
            <a:br/>
            <a:r>
              <a:t>特殊效果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06240"/>
            <a:ext cx="1051560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📊 計分與結果系統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基本分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Arial"/>
              </a:defRPr>
            </a:pPr>
            <a:r>
              <a:t>每次擊中 +10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連擊加成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Arial"/>
              </a:defRPr>
            </a:pPr>
            <a:r>
              <a:t>連續擊中：x2 / x3 / x5 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暴擊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Arial"/>
              </a:defRPr>
            </a:pPr>
            <a:r>
              <a:t>特定工具觸發，分數 x3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成功率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Arial"/>
              </a:defRPr>
            </a:pPr>
            <a:r>
              <a:t>命中次數 / 總攻擊次數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成功效果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Arial"/>
              </a:defRPr>
            </a:pPr>
            <a:r>
              <a:t>紙人碎裂 + 華麗特效 + 高分解鎖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440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Arial"/>
              </a:defRPr>
            </a:pPr>
            <a:r>
              <a:t>失敗效果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8"/>
                </a:solidFill>
                <a:latin typeface="Arial"/>
              </a:defRPr>
            </a:pPr>
            <a:r>
              <a:t>紙人嘲笑/反擊 + 分數歸零風險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🔧 技術架構建議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5176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51760" cy="6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🎨 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React Native / Flutter</a:t>
            </a:r>
            <a:br/>
            <a:r>
              <a:t>跨平台 App</a:t>
            </a:r>
            <a:br/>
            <a:r>
              <a:t>Canvas + 物理引擎</a:t>
            </a:r>
            <a:br/>
            <a:r>
              <a:t>即時渲染遊戲畫面</a:t>
            </a:r>
            <a:br/>
            <a:r>
              <a:t>WebSocket 客戶端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265176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645920"/>
            <a:ext cx="2651760" cy="63500"/>
          </a:xfrm>
          <a:prstGeom prst="rect">
            <a:avLst/>
          </a:prstGeom>
          <a:solidFill>
            <a:srgbClr val="33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CC77"/>
                </a:solidFill>
                <a:latin typeface="Arial"/>
              </a:defRPr>
            </a:pPr>
            <a:r>
              <a:t>⚙️ 後端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Python FastAPI</a:t>
            </a:r>
            <a:br/>
            <a:r>
              <a:t>REST API + WebSocket</a:t>
            </a:r>
            <a:br/>
            <a:r>
              <a:t>JWT 認證</a:t>
            </a:r>
            <a:br/>
            <a:r>
              <a:t>Redis Pub/Sub</a:t>
            </a:r>
            <a:br/>
            <a:r>
              <a:t>即時遊戲邏輯引擎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645920"/>
            <a:ext cx="265176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645920"/>
            <a:ext cx="265176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Arial"/>
              </a:defRPr>
            </a:pPr>
            <a:r>
              <a:t>🗄️ 資料庫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PostgreSQL</a:t>
            </a:r>
            <a:br/>
            <a:r>
              <a:t>  用戶·社交·遊戲記錄</a:t>
            </a:r>
            <a:br/>
            <a:r>
              <a:t>Redis</a:t>
            </a:r>
            <a:br/>
            <a:r>
              <a:t>  即時狀態·快取</a:t>
            </a:r>
            <a:br/>
            <a:r>
              <a:t>Object Storage</a:t>
            </a:r>
            <a:br/>
            <a:r>
              <a:t>  圖片·紙人素材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645920"/>
            <a:ext cx="265176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645920"/>
            <a:ext cx="2651760" cy="635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444"/>
                </a:solidFill>
                <a:latin typeface="Arial"/>
              </a:defRPr>
            </a:pPr>
            <a:r>
              <a:t>🖼️ 圖片處理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8E8"/>
                </a:solidFill>
                <a:latin typeface="Arial"/>
              </a:defRPr>
            </a:pPr>
            <a:r>
              <a:t>Pillow / OpenCV</a:t>
            </a:r>
            <a:br/>
            <a:r>
              <a:t>  人臉偵測·裁切</a:t>
            </a:r>
            <a:br/>
            <a:r>
              <a:t>漫畫風格轉換</a:t>
            </a:r>
            <a:br/>
            <a:r>
              <a:t>  AI濾鏡 or 預設濾鏡</a:t>
            </a:r>
            <a:br/>
            <a:r>
              <a:t>NSFW 審核過濾</a:t>
            </a:r>
            <a:br/>
            <a:r>
              <a:t>  安全把關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🗺️ 實作路線圖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5176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51760" cy="6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Phase 1</a:t>
            </a:r>
            <a:br/>
            <a: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2-3 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用戶註冊/登入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單人打小人遊戲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系統預設紙人 x5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2-3 種拍打工具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基礎計分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Web PWA 先行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743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1645920"/>
            <a:ext cx="265176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645920"/>
            <a:ext cx="2651760" cy="63500"/>
          </a:xfrm>
          <a:prstGeom prst="rect">
            <a:avLst/>
          </a:prstGeom>
          <a:solidFill>
            <a:srgbClr val="33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CC77"/>
                </a:solidFill>
                <a:latin typeface="Arial"/>
              </a:defRPr>
            </a:pPr>
            <a:r>
              <a:t>Phase 2</a:t>
            </a:r>
            <a:br/>
            <a:r>
              <a:t>社交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+1-2 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一對一聊天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群組功能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用戶上傳紙人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漫畫風格轉換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疼愛模式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2743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1645920"/>
            <a:ext cx="265176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645920"/>
            <a:ext cx="265176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Arial"/>
              </a:defRPr>
            </a:pPr>
            <a:r>
              <a:t>Phase 3</a:t>
            </a:r>
            <a:br/>
            <a:r>
              <a:t>完整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+2 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群組共打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儀式打模式 ★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排行榜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成就系統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戰果分享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011680"/>
            <a:ext cx="2743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1645920"/>
            <a:ext cx="265176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645920"/>
            <a:ext cx="2651760" cy="635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Arial"/>
              </a:defRPr>
            </a:pPr>
            <a:r>
              <a:t>Phase 4</a:t>
            </a:r>
            <a:br/>
            <a:r>
              <a:t>上線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+1 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0175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UI 打磨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效能優化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文化內容填充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測試 + Bug Fix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正式上線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💡 閃電的關鍵建議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8064400000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Arial"/>
              </a:defRPr>
            </a:pPr>
            <a:r>
              <a:t>📖 文化推廣是靈魂</a:t>
            </a:r>
            <a:br/>
            <a:r>
              <a:t>不只是遊戲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加入打小人小百科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歷史由來 + 儀式流程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鵝頸橋典故介紹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節氣與打小人的關係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讓用戶學到東西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5303520" cy="21031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645920"/>
            <a:ext cx="58064400000" cy="2103120"/>
          </a:xfrm>
          <a:prstGeom prst="rect">
            <a:avLst/>
          </a:prstGeom>
          <a:solidFill>
            <a:srgbClr val="33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CC77"/>
                </a:solidFill>
                <a:latin typeface="Arial"/>
              </a:defRPr>
            </a:pPr>
            <a:r>
              <a:t>❤️ 疼愛是最大亮點</a:t>
            </a:r>
            <a:br/>
            <a:r>
              <a:t>市場獨有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沒有競品做「正向」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祝福朋友·自我許願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送正能量給群組好友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平衡「打」的負面感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App 靈魂所在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303520" cy="21031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58064400000" cy="2103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🎮 遊戲化社交</a:t>
            </a:r>
            <a:br/>
            <a:r>
              <a:t>黏著度關鍵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每日首打 bonus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連續登入 streak 獎勵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好友互送工具/紙人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群組挑戰賽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排行榜刺激競爭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114800"/>
            <a:ext cx="5303520" cy="21031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114800"/>
            <a:ext cx="58064400000" cy="21031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97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Arial"/>
              </a:defRPr>
            </a:pPr>
            <a:r>
              <a:t>🛡️ 安全先行</a:t>
            </a:r>
            <a:br/>
            <a:r>
              <a:t>避免爭議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自動 NSFW 檢測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真人照片預設漫畫化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檢舉機制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防止網絡欺凌</a:t>
            </a:r>
          </a:p>
          <a:p>
            <a:pPr>
              <a:spcAft>
                <a:spcPts val="400"/>
              </a:spcAft>
              <a:defRPr sz="1200">
                <a:solidFill>
                  <a:srgbClr val="E8E8E8"/>
                </a:solidFill>
                <a:latin typeface="Arial"/>
              </a:defRPr>
            </a:pPr>
            <a:r>
              <a:t>▸ 用戶協議清楚載明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👺 準備開工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Arial"/>
              </a:defRPr>
            </a:pPr>
            <a:r>
              <a:t>把香港傳統文化帶進數位時代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27432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Arial"/>
              </a:defRPr>
            </a:pPr>
            <a:r>
              <a:t>快閃軟件客 ⚡ 閃電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Arial"/>
              </a:defRPr>
            </a:pPr>
            <a:r>
              <a:t>系統顧問兼執行者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Arial"/>
              </a:defRPr>
            </a:pPr>
            <a:r>
              <a:t>下一步：確認方向 → 拆 Sprint Backlog → 開寫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