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0">
                <a:solidFill>
                  <a:srgbClr val="FFD700"/>
                </a:solidFill>
                <a:latin typeface="Arial"/>
              </a:defRPr>
            </a:pPr>
            <a:r>
              <a:t>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愛打 MVP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Arial"/>
              </a:defRPr>
            </a:pPr>
            <a:r>
              <a:t>執行流程文件  v3 最終版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54864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  <a:latin typeface="Arial"/>
              </a:defRPr>
            </a:pPr>
            <a:r>
              <a:t>打者愛也  閃電 × 快閃軟件客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Arial"/>
              </a:defRPr>
            </a:pPr>
            <a:r>
              <a:t>MVP v3 最終版（含口訣·音樂·命名）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99999"/>
                </a:solidFill>
                <a:latin typeface="Arial"/>
              </a:defRPr>
            </a:pPr>
            <a:r>
              <a:t>2026-04-29 ·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v3 所有變更一覽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8 項核心設計，全部納入 MVP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468880"/>
            <a:ext cx="4572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96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96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打小人 + 愛的抱抱 雙遊戲引擎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96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同一 Canvas，換 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17520"/>
            <a:ext cx="4572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44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44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口訣系統：打用傳統，抱用自創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044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每句對應一拍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566160"/>
            <a:ext cx="4572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93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93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Splash ~12 秒配合口訣顯示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593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⚡→Logo→口訣→主頁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114800"/>
            <a:ext cx="4572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42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42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紙人命名系統（新）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42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打/抱前輸入稱呼，記存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663440"/>
            <a:ext cx="4572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690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Web Audio API 音樂即時生成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90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打重音·抱柔和·可開關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212080"/>
            <a:ext cx="4572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239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愛的祝福留 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239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社交互動非遊戲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5760720"/>
            <a:ext cx="4572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788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788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口訣日後自創 + 多語言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788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英文·泰文等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6309360"/>
            <a:ext cx="4572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6336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336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預設紙人不需 DB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JSON config，6-8 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 紙人命名系統（最新新增）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打/抱之前，先輸入自訂稱呼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同一張「驚蟄紙人」→ 你叫「死婆」· 朋友叫「老闆」· 各自獨立記錄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18288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① 揀紙人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從預設庫揀一款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57600"/>
            <a:ext cx="18288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② 輸入名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「請輸入你想打/抱嘅名：」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79"/>
            <a:ext cx="18288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3433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③ 開始遊戲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3433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紙人顯示自訂名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937759"/>
            <a:ext cx="18288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9834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④ 記存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983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下次自動顯示上次嘅名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577840"/>
            <a:ext cx="18288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⑤ 可修改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隨時重新輸入改名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口訣自動代入人名：「打你個{名}頭，等你一世唔出頭」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遊戲 + 口訣 + 工具 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635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 打小人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99"/>
                </a:solidFill>
                <a:latin typeface="Arial"/>
              </a:defRPr>
            </a:pPr>
            <a:r>
              <a:t>打你個{名}頭，等你一世唔出頭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99"/>
                </a:solidFill>
                <a:latin typeface="Arial"/>
              </a:defRPr>
            </a:pPr>
            <a:r>
              <a:t>打你個{名}手，等你一世冇朋友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99"/>
                </a:solidFill>
                <a:latin typeface="Arial"/>
              </a:defRPr>
            </a:pPr>
            <a:r>
              <a:t>打你個{名}眼，等你一世冇人睇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999"/>
                </a:solidFill>
                <a:latin typeface="Arial"/>
              </a:defRPr>
            </a:pPr>
            <a:r>
              <a:t>打你個{名}腳，等你一世冇鞋著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Arial"/>
              </a:defRPr>
            </a:pPr>
            <a:r>
              <a:t>工具：拖鞋·棍棒·老虎鉗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Arial"/>
              </a:defRPr>
            </a:pPr>
            <a:r>
              <a:t>音樂：重低音 beats 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Arial"/>
              </a:defRPr>
            </a:pPr>
            <a:r>
              <a:t>計分：30 秒·連擊·暴擊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029200" cy="63500"/>
          </a:xfrm>
          <a:prstGeom prst="rect">
            <a:avLst/>
          </a:prstGeom>
          <a:solidFill>
            <a:srgbClr val="FF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8CC"/>
                </a:solidFill>
                <a:latin typeface="Arial"/>
              </a:defRPr>
            </a:pPr>
            <a:r>
              <a:t> 愛的抱抱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BDD"/>
                </a:solidFill>
                <a:latin typeface="Arial"/>
              </a:defRPr>
            </a:pPr>
            <a:r>
              <a:t>錫錫{名}個頭，煩惱全部走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BDD"/>
                </a:solidFill>
                <a:latin typeface="Arial"/>
              </a:defRPr>
            </a:pPr>
            <a:r>
              <a:t>錫錫{名}對手，好運跟你走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BDD"/>
                </a:solidFill>
                <a:latin typeface="Arial"/>
              </a:defRPr>
            </a:pPr>
            <a:r>
              <a:t>錫錫{名}一雙眼，日日都燦爛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BDD"/>
                </a:solidFill>
                <a:latin typeface="Arial"/>
              </a:defRPr>
            </a:pPr>
            <a:r>
              <a:t>錫錫{名}一對腳，路路都快樂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DD"/>
                </a:solidFill>
                <a:latin typeface="Arial"/>
              </a:defRPr>
            </a:pPr>
            <a:r>
              <a:t>工具：羽毛·唇印·玫瑰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DD"/>
                </a:solidFill>
                <a:latin typeface="Arial"/>
              </a:defRPr>
            </a:pPr>
            <a:r>
              <a:t>音樂：柔和鈴聲/鋼琴 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BDD"/>
                </a:solidFill>
                <a:latin typeface="Arial"/>
              </a:defRPr>
            </a:pPr>
            <a:r>
              <a:t>計分：30 秒·心心·連擊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資料庫 + 時程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DB 5 張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username, password_hash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game_sessions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user_id, mode, score,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doll_names (新)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user_id, doll_id, custom_name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blessings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user_id,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Arial"/>
              </a:defRPr>
            </a:pPr>
            <a:r>
              <a:t>id, name, icon, mode, power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時程 ~14-17 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1-2日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1-2日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Splash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主頁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打小人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4日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愛的抱抱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音樂+命名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1日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Arial"/>
              </a:defRPr>
            </a:pPr>
            <a:r>
              <a:t>測試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2日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 準備開工 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Arial"/>
              </a:defRPr>
            </a:pPr>
            <a:r>
              <a:t>口訣 · 音樂 · 命名 · 一打一抱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Arial"/>
              </a:defRPr>
            </a:pPr>
            <a:r>
              <a:t>快閃軟件客   閃電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Arial"/>
              </a:defRPr>
            </a:pPr>
            <a:r>
              <a:t>系統顧問兼執行者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文件 v3 最終版 · 確認後拆 Sprint 1 · 開寫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