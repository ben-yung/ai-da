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0">
                <a:solidFill>
                  <a:srgbClr val="FFD700"/>
                </a:solidFill>
                <a:latin typeface="Arial"/>
              </a:defRPr>
            </a:pPr>
            <a:r>
              <a:t>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371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Arial"/>
              </a:defRPr>
            </a:pPr>
            <a:r>
              <a:t>愛打 MVP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468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4FF"/>
                </a:solidFill>
                <a:latin typeface="Arial"/>
              </a:defRPr>
            </a:pPr>
            <a:r>
              <a:t>執行流程文件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474720"/>
            <a:ext cx="54864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700"/>
                </a:solidFill>
                <a:latin typeface="Arial"/>
              </a:defRPr>
            </a:pPr>
            <a:r>
              <a:t>打者愛也  閃電 × 快閃軟件客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Arial"/>
              </a:defRPr>
            </a:pPr>
            <a:r>
              <a:t>第一版 Web MVP 開發計劃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999999"/>
                </a:solidFill>
                <a:latin typeface="Arial"/>
              </a:defRPr>
            </a:pPr>
            <a:r>
              <a:t>2026-04-29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專案概覽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專案定位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將香港「打小人」習俗現代化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Web 社交娛樂平台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打者愛也  發洩＋祝福雙體驗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短線快速迭代開發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Python FastAPI + Canvas Web App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▸ MVP → 確認方向 → 逐步擴充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0292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MVP 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用戶登記及登入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Splash 動畫 + 習俗簡介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主頁 Icon 導航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打小人遊戲模組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愛的祝福模組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  <a:latin typeface="Arial"/>
              </a:defRPr>
            </a:pPr>
            <a:r>
              <a:t>✅ 預設紙人（不上傳）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基礎建設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5176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651760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Arial"/>
              </a:defRPr>
            </a:pPr>
            <a:r>
              <a:t>Render.com 免費方案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URL: ai-da.onrender.com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自動部署：git push 即更新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每月 750h 免費運作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$0 成本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1645920"/>
            <a:ext cx="265176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1645920"/>
            <a:ext cx="2651760" cy="635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Arial"/>
              </a:defRPr>
            </a:pPr>
            <a:r>
              <a:t>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Arial"/>
              </a:defRPr>
            </a:pPr>
            <a:r>
              <a:t>PostgreSQL — ai_da_db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Render 內建免費 1GB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SQLAlchemy ORM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Alembic migration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5 張主要 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645920"/>
            <a:ext cx="265176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645920"/>
            <a:ext cx="2651760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 後端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Arial"/>
              </a:defRPr>
            </a:pPr>
            <a:r>
              <a:t>Python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4320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Uvicorn ASGI Server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JWT 認證 (python-jose)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WebSocket 即時通訊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Pillow 圖片處理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265176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09760" y="1645920"/>
            <a:ext cx="2651760" cy="635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Arial"/>
              </a:defRPr>
            </a:pPr>
            <a:r>
              <a:t> 前端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Arial"/>
              </a:defRPr>
            </a:pPr>
            <a:r>
              <a:t>Vanilla JS + Canvas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74320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唔用前端框架，零依賴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Canvas API 做遊戲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CSS3 動畫過渡</a:t>
            </a:r>
          </a:p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  <a:latin typeface="Arial"/>
              </a:defRPr>
            </a:pPr>
            <a:r>
              <a:t>▸ HTML5 結構化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MVP 功能模組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291840" cy="635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Arial"/>
              </a:defRPr>
            </a:pPr>
            <a:r>
              <a:t> 模組 1  用戶登記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59" y="1645920"/>
            <a:ext cx="3291840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Arial"/>
              </a:defRPr>
            </a:pPr>
            <a:r>
              <a:t> 模組 2  Splash 動畫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4592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645920"/>
            <a:ext cx="3291840" cy="635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Arial"/>
              </a:defRPr>
            </a:pPr>
            <a:r>
              <a:t> 模組 3  主頁導航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3291840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Arial"/>
              </a:defRPr>
            </a:pPr>
            <a:r>
              <a:t> 模組 4a  打小人遊戲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20624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4206240"/>
            <a:ext cx="3291840" cy="635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79" y="43891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Arial"/>
              </a:defRPr>
            </a:pPr>
            <a:r>
              <a:t> 模組 4b  愛的祝福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206240"/>
            <a:ext cx="3291840" cy="210312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206240"/>
            <a:ext cx="3291840" cy="6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891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99999"/>
                </a:solidFill>
                <a:latin typeface="Arial"/>
              </a:defRPr>
            </a:pPr>
            <a:r>
              <a:t> 模組 5  預設紙人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JWT + device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本地 token 直入主頁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註冊/登入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Token 未過期跳過登入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39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Canvas 動畫 5 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39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含習俗簡介文字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19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  閃電→Logo→紙人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19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底部習俗介紹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大 Icon 式導航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6 個功能入口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打小人·祝福·典故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8803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個人·設定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點擊拍打移動紙人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限時計分 + 連擊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不規則移動·3 工具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3 級難度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39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揀紙人→輸入祝福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39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生成祝福卡分享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19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發光+花瓣動畫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19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每日 3 次免費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不上傳功能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全部系統預設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5120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4FF"/>
                </a:solidFill>
                <a:latin typeface="Arial"/>
              </a:defRPr>
            </a:pPr>
            <a:r>
              <a:t>6-8 款預設紙人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54406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rial"/>
              </a:defRPr>
            </a:pPr>
            <a:r>
              <a:t>傳統+漫畫系列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遊戲設計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 打小人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Canvas 點擊拍打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紙人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不規則飄移 + 閃避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拖鞋·棍棒·老虎鉗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計分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+10/擊中·連擊加成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限時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749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30 秒一局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難度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49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簡單/普通/困難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成功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碎裂+彩帶特效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失敗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鬼臉+減分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645920"/>
            <a:ext cx="50292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 愛的祝福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揀紙人→輸入祝福→送出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動畫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發光+花瓣+粒子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限制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每日 3 次免費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祝福卡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精美卡片可分享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許願牆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3749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精選用戶許願展示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收費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3749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睇廣告換額外次數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Splash 主題動畫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  「愛打」主題動畫 — 5 秒 Canvas 動畫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0-1.5s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  閃電劃過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Arial"/>
              </a:defRPr>
            </a:pPr>
            <a:r>
              <a:t>閃電從左至右劃過深色夜空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971800"/>
            <a:ext cx="9601200" cy="127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918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1.5-3s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918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「愛打」Logo 浮現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Arial"/>
              </a:defRPr>
            </a:pPr>
            <a:r>
              <a:t>毛筆感覺字體 + 金色發光邊框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703319"/>
            <a:ext cx="9601200" cy="127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3-4s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023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紙人剪影飄入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Arial"/>
              </a:defRPr>
            </a:pPr>
            <a:r>
              <a:t>傳統紙人剪影從上方緩緩落下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434840"/>
            <a:ext cx="9601200" cy="127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3.5-5s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754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習俗簡介 fade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Arial"/>
              </a:defRPr>
            </a:pPr>
            <a:r>
              <a:t>「打小人是香港非物質文化遺產...」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166360"/>
            <a:ext cx="9601200" cy="127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5s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畫面切換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Arial"/>
              </a:defRPr>
            </a:pPr>
            <a:r>
              <a:t>fade out → 正式主頁 fade 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486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Arial"/>
              </a:defRPr>
            </a:pPr>
            <a:r>
              <a:t>右下角「跳過 →」按鈕 · session 內不重複播放 · Canvas JavaScript 實作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資料庫設計 — ai_da_db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286000" cy="6400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37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Arial"/>
              </a:defRPr>
            </a:pPr>
            <a:r>
              <a:t>用戶資料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37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id, username, email, password_hash, created_at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2286000" cy="6400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game_sessions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Arial"/>
              </a:defRPr>
            </a:pPr>
            <a:r>
              <a:t>遊戲記錄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060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id, user_id, score, tool, difficulty, result, played_at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2286000" cy="6400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blessings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Arial"/>
              </a:defRPr>
            </a:pPr>
            <a:r>
              <a:t>祝福記錄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id, user_id, message, paper_doll_id, created_at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51959"/>
            <a:ext cx="2286000" cy="6400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39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paper_dolls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34339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Arial"/>
              </a:defRPr>
            </a:pPr>
            <a:r>
              <a:t>預設紙人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34339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id, name, type, image_path, is_active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2286000" cy="6400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12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2120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Arial"/>
              </a:defRPr>
            </a:pPr>
            <a:r>
              <a:t>拍打工具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2120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id, name, icon_path, power, range_value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10515600" cy="4572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Arial"/>
              </a:defRPr>
            </a:pPr>
            <a:r>
              <a:t>Render 免費 PostgreSQL：1GB 儲存 · SQLAlchemy ORM · Alembic Migration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開發時程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6459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73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專案初始化 + 部署設定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6733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1-2日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737360"/>
            <a:ext cx="274320" cy="228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19456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16459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 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2219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註冊登入 + JWT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2199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1-2日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286000"/>
            <a:ext cx="274320" cy="228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274320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743200"/>
            <a:ext cx="16459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7706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 Splash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770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Canvas 動畫 + 習俗簡介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706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1日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834640"/>
            <a:ext cx="274320" cy="2286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3291839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291839"/>
            <a:ext cx="16459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31927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 主頁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31927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Icon 導航 + UI 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31927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1日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383279"/>
            <a:ext cx="274320" cy="2286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" y="384048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840480"/>
            <a:ext cx="16459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867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 遊戲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867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打小人遊戲邏輯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8679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3-4日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931920"/>
            <a:ext cx="822959" cy="228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" y="438912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4389120"/>
            <a:ext cx="16459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16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FF"/>
                </a:solidFill>
                <a:latin typeface="Arial"/>
              </a:defRPr>
            </a:pPr>
            <a:r>
              <a:t> 祝福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4165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祝福介面 + 動畫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4165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2日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4480560"/>
            <a:ext cx="548640" cy="228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4937759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4937759"/>
            <a:ext cx="16459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 測試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965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整合測試 + Bug Fix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9651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2日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5029199"/>
            <a:ext cx="548640" cy="2286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31520" y="5486400"/>
            <a:ext cx="1645920" cy="41148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" y="5486400"/>
            <a:ext cx="16459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5138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 上線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5138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Deploy + 驗收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5138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Arial"/>
              </a:defRPr>
            </a:pPr>
            <a:r>
              <a:t>1日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5577840"/>
            <a:ext cx="274320" cy="2286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1520" y="5943600"/>
            <a:ext cx="10515600" cy="4572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Arial"/>
              </a:defRPr>
            </a:pPr>
            <a:r>
              <a:t>總計：約 11-14 日 · MVP v1 可上線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 專案目錄結構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45720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Arial"/>
              </a:defRPr>
            </a:pPr>
            <a:r>
              <a:t>ai-da/</a:t>
            </a:r>
            <a:br/>
            <a:r>
              <a:t>  main.py                 FastAPI 入口</a:t>
            </a:r>
            <a:br/>
            <a:r>
              <a:t>  requirements.txt        Python 依賴</a:t>
            </a:r>
            <a:br/>
            <a:r>
              <a:t>  app/</a:t>
            </a:r>
            <a:br/>
            <a:r>
              <a:t>    config.py             設定</a:t>
            </a:r>
            <a:br/>
            <a:r>
              <a:t>    database.py           DB 連線</a:t>
            </a:r>
            <a:br/>
            <a:r>
              <a:t>    models.py             資料表模型</a:t>
            </a:r>
            <a:br/>
            <a:r>
              <a:t>    auth.py               登入/ JWT</a:t>
            </a:r>
            <a:br/>
            <a:r>
              <a:t>    routers/</a:t>
            </a:r>
            <a:br/>
            <a:r>
              <a:t>      users.py            用戶 API</a:t>
            </a:r>
            <a:br/>
            <a:r>
              <a:t>      game.py             遊戲 API</a:t>
            </a:r>
            <a:br/>
            <a:r>
              <a:t>      blessings.py        祝福 API</a:t>
            </a:r>
            <a:br/>
            <a:r>
              <a:t>  static/</a:t>
            </a:r>
            <a:br/>
            <a:r>
              <a:t>    index.html            主頁 + Splash</a:t>
            </a:r>
            <a:br/>
            <a:r>
              <a:t>    style.css             樣式</a:t>
            </a:r>
            <a:br/>
            <a:r>
              <a:t>    game.js               打小人 Canvas</a:t>
            </a:r>
            <a:br/>
            <a:r>
              <a:t>    blessing.js           祝福 Canvas</a:t>
            </a:r>
            <a:br/>
            <a:r>
              <a:t>    splash.js             Splash 動畫</a:t>
            </a:r>
            <a:br/>
            <a:r>
              <a:t>    assets/dolls+tools/   圖片</a:t>
            </a:r>
            <a:br/>
            <a:r>
              <a:t>  migrations/             DB migration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 準備開工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FF"/>
                </a:solidFill>
                <a:latin typeface="Arial"/>
              </a:defRPr>
            </a:pPr>
            <a:r>
              <a:t>打者愛也 — MVP v1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27432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  <a:latin typeface="Arial"/>
              </a:defRPr>
            </a:pPr>
            <a:r>
              <a:t>快閃軟件客   閃電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Arial"/>
              </a:defRPr>
            </a:pPr>
            <a:r>
              <a:t>系統顧問兼執行者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4FF"/>
                </a:solidFill>
                <a:latin typeface="Arial"/>
              </a:defRPr>
            </a:pPr>
            <a:r>
              <a:t>下一步：確認文件 → 開寫 MVP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